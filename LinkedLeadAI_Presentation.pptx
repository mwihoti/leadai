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0A5FA"/>
                </a:solidFill>
              </a:defRPr>
            </a:pPr>
            <a:r>
              <a:t>LINKED LEAD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</a:defRPr>
            </a:pPr>
            <a:r>
              <a:t>AI-Powered Lead Research &amp; CRM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Automate lead analysis • Generate outreach • Manage pipeline • Telegram reminders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1E6"/>
                </a:solidFill>
              </a:defRPr>
            </a:pPr>
            <a:r>
              <a:t>Freelancers &amp; job seekers waste hours manually researching LinkedIn opportunities, crafting outreach, and tracking follow-ups — leading to missed chances and inefficient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1E6"/>
                </a:solidFill>
              </a:defRPr>
            </a:pPr>
            <a:r>
              <a:t>Build a unified AI assistant that automates lead research, scoring, outreach generation, and follow-up management — integrated with Telegram for real-time task reminders.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AI lead analysis from raw LinkedIn text (extract entities, score 0–100, generate pitch)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Kanban pipeline with 10 CRM statuses (new → won/lost/archived)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Multi-platform content studio (LinkedIn, X, Medium, Blog, etc.)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CV parsing &amp; match analysis with tailored cover letters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Telegram bot for daily reminders, follow-ups, and post drafting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Bulk import with AI dedup, CSV export, and dashboard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From LinkedIn text → scored lead + outreach in seconds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Automated daily Telegram reminders eliminate missed follow-ups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Unified pipeline replaces spreadsheets &amp; manual tracking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Multi-AI provider support (Claude, Groq, Gemini) for 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0A5FA"/>
                </a:solidFill>
              </a:defRPr>
            </a:pPr>
            <a:r>
              <a:t>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React 18 + TypeScript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Vite 7 • Tailwind CSS v4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React Router DOM 7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Lucide Icons • DnD Kanban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PDF.js for CV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AI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8288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Anthropic Claude (primary)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Groq (Llama fallback)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Gemini (tertiary)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Pluggable provider interface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Direct browser API calls*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Backend / 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8288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Node.js HTTP server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Telegram Bot API polling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Neon PostgreSQL (server)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JSON file persistence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Cron-based reminders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19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19" y="18288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localStorage (client-side)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JSON store (server-side)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Neon PostgreSQL (snapshots)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CSV export</a:t>
            </a:r>
          </a:p>
          <a:p>
            <a:pPr>
              <a:spcAft>
                <a:spcPts val="800"/>
              </a:spcAft>
              <a:defRPr sz="1400">
                <a:solidFill>
                  <a:srgbClr val="CCD1E6"/>
                </a:solidFill>
              </a:defRPr>
            </a:pPr>
            <a:r>
              <a:t>▸ Debounced auto-sync (800ms)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A"/>
                </a:solidFill>
              </a:defRPr>
            </a:pPr>
            <a:r>
              <a:t>* Local dev — production should proxy AI calls server-side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